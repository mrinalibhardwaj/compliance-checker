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Names —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 Approval (REQUIRED)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guide approval text or screenshot here.</a:t>
            </a:r>
          </a:p>
          <a:p>
            <a:r>
              <a:t>Name:</a:t>
            </a:r>
          </a:p>
          <a:p>
            <a:r>
              <a:t>Email:</a:t>
            </a:r>
          </a:p>
          <a:p>
            <a:r>
              <a:t>Date: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 / How to reproduce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Preliminary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/ Timeline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